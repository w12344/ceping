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82896" y="658368"/>
            <a:ext cx="566928" cy="566928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4943" y="715061"/>
            <a:ext cx="362834" cy="362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14416" y="658368"/>
            <a:ext cx="566928" cy="566928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6463" y="715061"/>
            <a:ext cx="362834" cy="362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45936" y="658368"/>
            <a:ext cx="566928" cy="566928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7983" y="715061"/>
            <a:ext cx="362834" cy="362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1572768"/>
            <a:ext cx="86868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非凡教育人才三大特质测评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94944" y="2395728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ACC1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面向用户运营、老师、教练、教务、HRBP 等团队岗位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94944" y="2944368"/>
            <a:ext cx="84124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用三大特质与六大分型，帮助员工识别优势、理解差异、优化协作、找到更合适的岗位与成长路径。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4944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886200"/>
            <a:ext cx="90525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用户增长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92808" y="38221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3886200"/>
            <a:ext cx="9966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课程与分析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82112" y="38221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5264" y="3886200"/>
            <a:ext cx="9966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教务与赋能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71416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ACC15">
              <a:alpha val="16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4568" y="3886200"/>
            <a:ext cx="90525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CC1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" y="5559552"/>
            <a:ext cx="4206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非凡教育团队宣讲版｜岗位建议统一版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教育团队更需要看见“人”的工作方式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同样是服务用户和推动结果，不同岗位需要不同的能量来源、判断方式和协作方式。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" y="21488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423160"/>
            <a:ext cx="493776" cy="493776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568" y="2472538"/>
            <a:ext cx="316017" cy="31601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55064" y="2395728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用户转化更依赖节奏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55064" y="2770632"/>
            <a:ext cx="3337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市场、顾问、社群和续费场景，需要有人快速行动、持续推进。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53328" y="21488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2423160"/>
            <a:ext cx="493776" cy="493776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9952" y="2472538"/>
            <a:ext cx="316017" cy="31601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13448" y="2395728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教学服务更依赖判断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13448" y="2770632"/>
            <a:ext cx="3337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学情、用户需求、课程效果和经营数据，需要有人拆解和判断。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" y="37490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023360"/>
            <a:ext cx="493776" cy="493776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1568" y="4072738"/>
            <a:ext cx="316017" cy="31601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55064" y="3995928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长期交付更依赖稳定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55064" y="4370832"/>
            <a:ext cx="3337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老师、教练、教务、HRBP 都在帮助人和系统更好地运转。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53328" y="37490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4023360"/>
            <a:ext cx="493776" cy="493776"/>
          </a:xfrm>
          <a:prstGeom prst="ellipse">
            <a:avLst/>
          </a:prstGeom>
          <a:solidFill>
            <a:srgbClr val="FACC15">
              <a:alpha val="14000"/>
            </a:srgbClr>
          </a:solidFill>
          <a:ln w="13970">
            <a:solidFill>
              <a:srgbClr val="FACC15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9952" y="4072738"/>
            <a:ext cx="316017" cy="31601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◎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13448" y="3995928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岗位匹配不是贴标签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13448" y="4370832"/>
            <a:ext cx="3337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测评用于发展对话，让人更好地理解自己适合在哪些场景发力。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三大特质对应教育团队的三种核心能力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不是判断谁更好，而是识别每个人更自然的贡献方式。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2496312"/>
            <a:ext cx="548640" cy="548640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9731" y="2551176"/>
            <a:ext cx="351130" cy="3511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进取者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566160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Fighter / 结果推进力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950976" y="4023360"/>
            <a:ext cx="25237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让目标进入真实行动：招生转化、活动推进、关键问题攻坚。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4370832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2496312"/>
            <a:ext cx="548640" cy="548640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5619" y="2551176"/>
            <a:ext cx="351130" cy="3511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26864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思辨者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26864" y="3566160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Thinker / 结构判断力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4626864" y="4023360"/>
            <a:ext cx="25237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把复杂问题想清楚：用户分析、课程体系、方法沉淀。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046720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02752" y="2496312"/>
            <a:ext cx="548640" cy="548640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1507" y="2551176"/>
            <a:ext cx="351130" cy="3511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02752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02752" y="3566160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Helper / 服务协同力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302752" y="4023360"/>
            <a:ext cx="25237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让人和流程更稳定：老师教练支持、教务流程、HRBP 赋能。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六大分型：教育公司里的六种贡献模式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三大特质决定底层驱动力，六大分型帮助识别更具体的岗位建议。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37944" y="2103120"/>
            <a:ext cx="713232" cy="713232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6326" y="2174443"/>
            <a:ext cx="456468" cy="456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推进结果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70432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冲刺型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1252728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Runner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40864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攻坚型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2423160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Climber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94376" y="2103120"/>
            <a:ext cx="713232" cy="713232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2758" y="2174443"/>
            <a:ext cx="456468" cy="456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26864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构建认知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626864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分析型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4709160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Analyzer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97296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9592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创构型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5879592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750808" y="2103120"/>
            <a:ext cx="713232" cy="713232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79190" y="2174443"/>
            <a:ext cx="456468" cy="456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083296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赋能系统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8083296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5592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人际型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8165592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Socializer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53728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36024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流程型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9336024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Keeper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ATTRIBUTE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进取者 Fighter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为结果而战的人：目标、行动、突破、竞争、结果。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组织的结果推进力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他们喜欢把事情推向真实战场，在压力和目标中被激发。适合招生转化、市场活动、关键推进和复杂问题攻坚。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目标越清晰，战斗力越强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不等条件完美，先行动起来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需要用复盘和资源协同提升上限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冲刺型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749040"/>
            <a:ext cx="10789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在明确目标下快速行动、快速反馈、快速拿结果。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攻坚型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Climber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749040"/>
            <a:ext cx="10789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面对困难不退，能在阻力中持续推进、拿下硬仗。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进取者 Fighter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冲刺型 Runner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在明确目标下快速行动、快速反馈、快速拿结果。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能把机会窗口快速转成动作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适合目标明确、节奏紧的任务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能带动团队从讨论进入行动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招生冲刺、市场活动、社群增长、短期项目推进、转化节点跟进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用户运营部市场、招生/转化活动、社群增长、用户运营部顾问、短期项目推进、活动执行、渠道拓展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容易重速度、轻复盘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对慢节奏协同耐心不足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目标频繁变化时容易消耗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把每次冲刺沉淀成可复制打法：复盘、节奏管理、关键动作清单。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进取者 Fighter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攻坚型 Climber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面对困难不退，能在阻力中持续推进、拿下硬仗。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EF4444">
              <a:alpha val="14000"/>
            </a:srgbClr>
          </a:solidFill>
          <a:ln w="1397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F4444">
              <a:alpha val="16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抗压和韧性强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F4444">
              <a:alpha val="16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适合关键用户和复杂场景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F4444">
              <a:alpha val="16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能在局面卡住时顶上去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重点用户转化、续费攻坚、复杂客户沟通、投诉处理、关键项目推进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用户运营部顾问、重点用户转化、复杂客户沟通、投诉/危机处理、重点项目攻坚、续费/转介绍推进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可能过度硬扛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长期高压容易透支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容易忽略资源协同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从个人硬冲升级为资源整合：拆路径、拉盟友、分阶段攻克。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ATTRIBUTE 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思辨者 Thinker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用认知改变结果的人：分析、结构、洞察、创造、系统。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组织的结构判断力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他们关注问题背后的逻辑和规律，依靠判断、建模、设计和创造产生价值。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把复杂问题变清楚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把一次经验变成方法和系统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需要用真实业务反馈校准思考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Analyzer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749040"/>
            <a:ext cx="10789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能从复杂信息中找到规律、根因和更可靠的判断。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创构型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749040"/>
            <a:ext cx="10789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把想法搭成可运转的课程、系统、机制或方法论。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思辨者 Thinker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分析型 Analyzer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能从复杂信息中找到规律、根因和更可靠的判断。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能把混乱问题结构化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帮助组织少凭感觉决策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能识别关键变量和优先级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用户分析、学情分析、经营分析、转化复盘、课程效果评估、流程诊断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用户数据分析、学情分析、转化/续费分析、经营分析、用户研究、课程效果评估、流程诊断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可能想得深但行动慢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过度追求确定性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表达太理性时不易被听见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把分析变成决策建议：结论、依据、优先级、下一步动作。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思辨者 Thinker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创构型 Builder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把想法搭成可运转的课程、系统、机制或方法论。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8B5CF6">
              <a:alpha val="14000"/>
            </a:srgbClr>
          </a:solidFill>
          <a:ln w="1397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能从零到一搭东西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把经验沉淀为系统能力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关注扩展性和长期效率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课程体系、教研机制、运营体系、知识库、培训体系、用户成长路径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课程体系设计、教研/培训体系、运营体系搭建、知识库建设、SOP 设计、用户成长路径设计、组织机制设计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可能过度理想化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容易低估落地成本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对重复执行兴趣不足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持续贴近真实用户和一线业务现场，让设计被使用、被验证、被迭代。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ATTRIBUTE 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赋能者 Helper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让人和系统更好运转的人：连接、支持、协调、稳定、成长。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组织的服务协同力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他们的价值不只体现在个人产出上，更体现在帮助他人变强、让团队更稳、让组织更顺畅。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让人愿意一起完成事情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把协作从靠感觉变成靠机制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需要边界感和业务目标牵引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人际型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Socializer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749040"/>
            <a:ext cx="10789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理解人、连接人、激发人，让团队更愿意一起完成事情。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Keeper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749040"/>
            <a:ext cx="10789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维护秩序、流程和细节，让组织稳定、可靠、长期运转。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赋能者 Helper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人际型 Socializer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理解人、连接人、激发人，让团队更愿意一起完成事情。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共情和沟通敏感度高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擅长协调冲突、恢复连接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能营造安全感和投入感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用户沟通、家校沟通、老师/教练支持、员工关系、跨部门协调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老师、教练、用户运营部顾问、HRBP、家校沟通、社群运营、培训、员工关系、跨部门协调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可能过度照顾感受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强冲突场景不够果断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容易承担过多情绪劳动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建立边界和结果意识：不是无限满足，而是帮助他人更成熟。</a:t>
            </a:r>
            <a:endParaRPr lang="en-US" sz="12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赋能者 Helper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流程型 Keeper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维护秩序、流程和细节，让组织稳定、可靠、长期运转。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14B8A6">
              <a:alpha val="14000"/>
            </a:srgbClr>
          </a:solidFill>
          <a:ln w="1397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14B8A6">
              <a:alpha val="16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发现流程漏洞并补上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14B8A6">
              <a:alpha val="16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保障交付质量和节奏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14B8A6">
              <a:alpha val="16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让协作从靠人变成靠机制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教务排课、班务管理、流程运营、质量管理、交付管理、档案数据管理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教务、排课/班务管理、流程运营、质量管理、交付管理、HRBP 运营支持、人事行政、数据/档案管理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可能灵活性不足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面对模糊变化会不适应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流程若脱离目标会变成负担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理解流程背后的业务目的：减少混乱、提升效率、保障结果。</a:t>
            </a:r>
            <a:endParaRPr lang="en-US" sz="12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COLLABORATION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最强团队不是同类相加，而是三种能力互补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Fighter 打开增长和推进，Thinker 判断方向和方法，Helper 托住服务与系统。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57860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01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078992" y="2944368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用户触达与转化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8992" y="3529584"/>
            <a:ext cx="22402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Runner 推活动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Climber 攻重点用户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42569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57860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02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4645152" y="2944368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课程与服务设计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45152" y="3529584"/>
            <a:ext cx="22402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Analyzer 看数据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Builder 搭体系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799185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257860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03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8211312" y="2944368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长期交付与成长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11312" y="3529584"/>
            <a:ext cx="22402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Keeper 守流程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Socializer 促信任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1353312" y="5358384"/>
            <a:ext cx="9235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好团队不是所有人都一样强，而是关键任务上有人推进、有人判断、有人托底。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非凡教育人才三大特质测评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完成测评后，用主分型、次分型、第三倾向开启岗位建议和成长对话。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" y="2084832"/>
            <a:ext cx="5760720" cy="2651760"/>
          </a:xfrm>
          <a:prstGeom prst="roundRect">
            <a:avLst>
              <a:gd name="adj" fmla="val 2759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377440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测评怎么读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78992" y="296265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880360"/>
            <a:ext cx="4654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主分型：用于判断首选岗位方向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1078992" y="33467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264408"/>
            <a:ext cx="4654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次分型：用于判断复合岗位和工作风格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078992" y="3730752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648456"/>
            <a:ext cx="4654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第三倾向：用于判断补充能力、协作角色和培养方向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1078992" y="411480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32504"/>
            <a:ext cx="4654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结果不用于给人贴标签，只用于发展对话和团队搭配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114032" y="1993392"/>
            <a:ext cx="3200400" cy="3246120"/>
          </a:xfrm>
          <a:prstGeom prst="roundRect">
            <a:avLst>
              <a:gd name="adj" fmla="val 2286"/>
            </a:avLst>
          </a:prstGeom>
          <a:solidFill>
            <a:srgbClr val="101827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2542032"/>
            <a:ext cx="25237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测评入口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516368" y="3182112"/>
            <a:ext cx="237744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发布到飞书或 HTTPS 后，可在这里替换正式二维码。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559552"/>
            <a:ext cx="99669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当前网页文件：outputs/talent-assessment.html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非凡教育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非凡教育人才三大特质测评</dc:title>
  <dc:subject>非凡教育人才三大特质测评</dc:subject>
  <dc:creator>Codex</dc:creator>
  <cp:lastModifiedBy>Codex</cp:lastModifiedBy>
  <cp:revision>1</cp:revision>
  <dcterms:created xsi:type="dcterms:W3CDTF">2026-06-11T06:59:53Z</dcterms:created>
  <dcterms:modified xsi:type="dcterms:W3CDTF">2026-06-11T06:59:53Z</dcterms:modified>
</cp:coreProperties>
</file>