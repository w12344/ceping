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658368"/>
            <a:ext cx="566928" cy="566928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415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658368"/>
            <a:ext cx="566928" cy="566928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3647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84832" y="658368"/>
            <a:ext cx="566928" cy="566928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6879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86868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FTH职业特质测评-1605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2395728"/>
            <a:ext cx="8046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研发团队的人才三大特质与六大分型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" y="2944368"/>
            <a:ext cx="8138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把人放进合适的岗位、协作位置和成长路径里，让 AI 能力真正转化为团队产能。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研发交付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92808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技术判断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90672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工程赋能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88536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" y="5559552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软件研发团队宣讲版｜岗位建议统一版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研发团队更需要看见“人”的结构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提高了单点产出，但团队真正的瓶颈仍然在判断、协作、质量和系统化。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23160"/>
            <a:ext cx="493776" cy="493776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568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55064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让个体更快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55064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但更快不等于方向更准，需要有人判断问题、边界和优先级。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2423160"/>
            <a:ext cx="493776" cy="493776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952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13448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研发任务更复合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同一件事里同时有需求、架构、数据、模型、测试、发布和运维。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23360"/>
            <a:ext cx="493776" cy="493776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568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55064" y="399592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协作成本更隐形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55064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提示词、上下文、代码评审、模型输出质量，都需要共享标准。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23360"/>
            <a:ext cx="493776" cy="493776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952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13448" y="399592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人才不是一种模板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13448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有人适合冲刺验证，有人适合系统设计，有人适合守住流程质量。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三大特质对应研发团队的三种核心能力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不是给人贴标签，而是识别每个人更自然的贡献方式。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496312"/>
            <a:ext cx="548640" cy="54864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566160"/>
            <a:ext cx="2331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Fighter / 交付推进力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0976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让想法进入真实环境：快速验证、推进版本、突破卡点。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496312"/>
            <a:ext cx="548640" cy="54864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5619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26864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3566160"/>
            <a:ext cx="2331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Thinker / 技术判断力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626864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把复杂问题想清楚：分析根因、设计系统、建立方法。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46720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496312"/>
            <a:ext cx="548640" cy="54864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1507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02752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3566160"/>
            <a:ext cx="2331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Helper / 工程赋能力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02752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让团队稳定变强：连接协作、维护流程、沉淀标准。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六大分型：研发团队里的六种贡献模式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同样写代码或用 AI，每个人最自然的价值切入点并不一样。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326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推进结果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70432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252728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423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713232" cy="71323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758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6864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构建认知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6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09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879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2103120"/>
            <a:ext cx="713232" cy="71323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190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08329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赋能系统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165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53728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9336024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在研发团队里，进取者负责把不确定性推向可验证结果。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组织的交付推进力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他们不一定是最爱讨论的人，但往往能把需求、想法和问题推进到真实环境里，用结果换反馈。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适合目标明确、节奏紧、需要突破的任务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对他们是加速器：更快产出草案、代码和实验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需要搭配 Thinker 和 Helper，避免方向偏移和技术债失控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把研发节奏跑起来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啃复杂难题的人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 Runner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擅长快速验证、快速迭代、快速交付可用版本。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把研发节奏跑起来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原型验证、AI Demo、需求快速响应、小步快跑迭代、版本冲刺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产品经理、增长运营、前端/全栈原型工程师、Demo 工程师、项目推进、售前支持、快速交付工程师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容易跳过必要设计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可能技术债积累较快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需要有人帮忙沉淀复盘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适合用 AI 快速生成方案、样例、脚手架和实验版本。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 Climber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擅长在不确定、阻力大、长期卡点的技术问题里持续推进。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EF4444">
              <a:alpha val="14000"/>
            </a:srgbClr>
          </a:solidFill>
          <a:ln w="1397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啃复杂难题的人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性能瓶颈、疑难 Bug、复杂迁移、稳定性攻坚、跨系统联调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技术负责人、后端核心工程师、性能优化工程师、复杂 Bug 攻坚、架构迁移负责人、重点客户交付负责人、SRE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容易个人硬扛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可能忽略协同节奏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需要拆解路径和资源支持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适合把 AI 当作排查助手、方案对比器和边界条件枚举器。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在研发团队里，思辨者负责把复杂问题变成清晰判断和可复用结构。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组织的技术判断力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他们关注问题定义、技术路径、系统边界和长期演进，能让团队避免只靠试错前进。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适合需求澄清、架构设计、故障归因和平台建设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对他们是认知放大器：帮助整理信息、比较方案、发现盲点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需要搭配 Fighter 推动落地，避免停留在方案层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把问题看清楚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搭系统和平台的人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 Analyzer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擅长从业务、数据、日志和系统行为里找根因、建判断。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把问题看清楚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需求澄清、数据分析、故障归因、方案评审、指标体系、风险识别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数据分析师、数据科学家、模型评测工程师、需求分析师、产品策略、故障分析、算法评估、用户研究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容易分析过久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输出若不转成决策会被低估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需要明确时间盒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适合用 AI 做信息整理、日志归纳、假设清单和方案反证。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 Builder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擅长把想法搭成架构、平台、工具、框架和可复用能力。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8B5CF6">
              <a:alpha val="14000"/>
            </a:srgbClr>
          </a:solidFill>
          <a:ln w="1397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搭系统和平台的人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架构设计、平台建设、工程工具、AI Agent 工作流、组件化和中台能力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架构师、AI 平台工程师、MLOps 工程师、RAG 工程师、后端平台工程师、工具链工程师、Agent 工作流设计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容易过度设计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可能离真实使用场景太远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需要持续贴近反馈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适合设计 AI 工具链、提示词模板、评测框架和自动化研发流程。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在研发团队里，赋能者负责让人、流程、标准和知识资产稳定运转。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组织的工程赋能力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他们不一定总在最前台，但能显著降低协作摩擦、交付风险和知识断层。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适合跨团队协作、研发流程、质量体系和知识沉淀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对他们是组织助手：帮助维护文档、清单、规范和知识问答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需要连接业务目标，避免流程变成额外负担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让人协作顺起来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803904"/>
            <a:ext cx="10789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守住质量和秩序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 Socializer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擅长在产品、研发、测试、业务之间建立理解和信任。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让人协作顺起来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跨团队协作、需求翻译、冲突协调、用户沟通、伙伴支持、团队氛围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产品经理、客户成功、售前解决方案、实施顾问、培训师、HRBP、Scrum Master、跨部门项目协调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容易承担过多沟通成本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可能回避强冲突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需要边界和决策机制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适合把 AI 用于会议纪要、信息同步、知识问答和沟通材料整理。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 Keeper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擅长让研发流程、质量标准、交付节奏和知识资产稳定运转。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14B8A6">
              <a:alpha val="14000"/>
            </a:srgbClr>
          </a:solidFill>
          <a:ln w="1397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1865376"/>
            <a:ext cx="4937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守住质量和秩序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项目管理、质量体系、发布流程、知识库、测试规范、安全合规、运维协同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QA 测试、AI 评测 QA、项目管理、DevOps、SRE、发布管理、合规安全、知识库运营、流程运营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可能显得保守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流程若脱离目标会增加负担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需要理解业务优先级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协作方式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适合用 AI 做规范检查、测试生成、文档维护和发布清单校验。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 PLAYBOOK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研发团队如何用这套模型组队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一次完整交付，通常需要三种能力同时在场。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需求到原型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7899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 快速验证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 澄清判断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42569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原型到系统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 搭架构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 攻瓶颈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99185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2057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系统到稳定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21131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 守质量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 促协作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353312" y="5358384"/>
            <a:ext cx="9235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好团队不是所有人都一样强，而是关键任务上有人推进、有人判断、有人托底。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8961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FTH职业特质测评-1605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现场扫码完成测评，用结果开启岗位适配、团队协作和个人成长对话。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8483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测评怎么读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" y="296265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80360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主分型：用于判断首选岗位方向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78992" y="33467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264408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次分型：用于判断复合岗位和工作风格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3730752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648456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第三倾向：用于判断补充能力、协作角色和培养方向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32504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结果不用于给人贴标签，只用于发展对话和团队搭配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114032" y="199339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267712"/>
            <a:ext cx="2395728" cy="2395728"/>
          </a:xfrm>
          <a:prstGeom prst="rect">
            <a:avLst/>
          </a:prstGeom>
          <a:solidFill>
            <a:srgbClr val="FFFFFF"/>
          </a:solidFill>
          <a:ln w="17780">
            <a:solidFill>
              <a:srgbClr val="FACC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026" y="2459370"/>
            <a:ext cx="670804" cy="67080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3855" y="2555199"/>
            <a:ext cx="479146" cy="4791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99684" y="2651028"/>
            <a:ext cx="287487" cy="28748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9634" y="2459370"/>
            <a:ext cx="670804" cy="67080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5463" y="2555199"/>
            <a:ext cx="479146" cy="4791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41292" y="2651028"/>
            <a:ext cx="287487" cy="28748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08026" y="3800978"/>
            <a:ext cx="670804" cy="67080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03855" y="3896807"/>
            <a:ext cx="479146" cy="4791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9684" y="3992636"/>
            <a:ext cx="287487" cy="28748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6317" y="2459370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0488" y="255519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53805" y="255519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57976" y="265102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4659" y="274685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62147" y="274685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53805" y="274685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78830" y="284268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66317" y="284268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57976" y="284268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70488" y="293851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66317" y="293851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74659" y="3034345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70488" y="3034345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8830" y="313017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41292" y="313017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95514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83001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4659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53805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5463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32950" y="322600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99684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87172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8830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57976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49634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37121" y="3321832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08026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91343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87172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66317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53805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5463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24609" y="341766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95514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91343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70488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57976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49634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28780" y="3513491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99684" y="3609320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62147" y="3609320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24609" y="3609320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03855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95514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74659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66317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53805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32950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528780" y="3705149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78830" y="380097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70488" y="380097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57976" y="380097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37121" y="380097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32950" y="3800978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74659" y="389680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66317" y="389680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45463" y="389680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37121" y="389680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624609" y="3896807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78830" y="399263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70488" y="399263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049634" y="399263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41292" y="399263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528780" y="3992636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45463" y="4088465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74659" y="418429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53805" y="418429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49634" y="418429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32950" y="418429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78830" y="428012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976" y="428012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53805" y="428012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337121" y="4280124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66317" y="437595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857976" y="437595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145463" y="437595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624609" y="4375953"/>
            <a:ext cx="88163" cy="8816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863840" y="4736592"/>
            <a:ext cx="17007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二维码位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242048" y="5047488"/>
            <a:ext cx="2907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当前测评入口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914400" y="5559552"/>
            <a:ext cx="9966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file:///Users/chenpan/Documents/Codex/2026-06-09/fighter-runner-climber-thinker-analyzer-builder/outputs/software-rd-talent-assessment.html</a:t>
            </a:r>
            <a:endParaRPr lang="en-US" sz="870" dirty="0"/>
          </a:p>
        </p:txBody>
      </p:sp>
      <p:sp>
        <p:nvSpPr>
          <p:cNvPr id="112" name="Text 110"/>
          <p:cNvSpPr/>
          <p:nvPr/>
        </p:nvSpPr>
        <p:spPr>
          <a:xfrm>
            <a:off x="914400" y="5870448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注：当前为本地测评路径。发布到飞书或 HTTPS 后，将此页二维码替换为正式线上入口。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1605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FTH职业特质测评-1605</dc:title>
  <dc:subject>FTH职业特质测评-1605</dc:subject>
  <dc:creator>Codex</dc:creator>
  <cp:lastModifiedBy>Codex</cp:lastModifiedBy>
  <cp:revision>1</cp:revision>
  <dcterms:created xsi:type="dcterms:W3CDTF">2026-06-10T15:01:43Z</dcterms:created>
  <dcterms:modified xsi:type="dcterms:W3CDTF">2026-06-10T15:01:43Z</dcterms:modified>
</cp:coreProperties>
</file>